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0"/>
            <a:ext cx="109728" cy="685800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914400"/>
            <a:ext cx="2286000" cy="228600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1188720"/>
            <a:ext cx="1737360" cy="1737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🏐 VoleyApp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AACCFF"/>
                </a:solidFill>
              </a:rPr>
              <a:t>Aprende voleibol jugando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DEE"/>
                </a:solidFill>
              </a:rPr>
              <a:t>Plataforma educativa para equipos juveniles de voleibol.
Quiz · Desafío de campo · Simulador de rotaciones · Ranking 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99AA"/>
                </a:solidFill>
              </a:rPr>
              <a:t>Versión 1.0  ·  Febrero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El Problema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55"/>
                </a:solidFill>
              </a:rPr>
              <a:t>Desafíos actuales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44455"/>
                </a:solidFill>
              </a:rPr>
              <a:t>•  Los jugadores principiantes carecen de recursos
interactivos para aprender reglas y tácticas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55"/>
                </a:solidFill>
              </a:rPr>
              <a:t>•  El entrenamiento tradicional es estático y poco
motivador para equipos juveniles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55"/>
                </a:solidFill>
              </a:rPr>
              <a:t>•  No existe una herramienta que combine juego
educativo + seguimiento de progreso + ranking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55"/>
                </a:solidFill>
              </a:rPr>
              <a:t>•  Los entrenadores no pueden personalizar los
ejercizios de posicionamiento fácilmente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Nuestra Solución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Quizzes interactivos con 28 preguntas en
5 categorías temáticas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Minijuegos de posicionamiento con
drag &amp; drop en cancha virtual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Simulador de rotaciones K1/K2 con
validación en tiempo real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Ranking global competitivo para motivar
el aprendizaje continuo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Panel de entrenador para personalizar
los ejercicios del equipo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VoleyApp —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Funcionalidades Principales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51760" cy="43891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Quiz de
Preguntas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23774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28 preguntas · 5 categorías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Velocidad y racha de bonos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Opción múltiple con 30 s/pregunta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7832" y="1188720"/>
            <a:ext cx="2651760" cy="438912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27832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7832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Desafío de
Campo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1" y="2971800"/>
            <a:ext cx="23774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1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Drag &amp; Drop de jugadores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Validación de posiciones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Configuración por entrenador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5623" y="1188720"/>
            <a:ext cx="2651760" cy="43891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35623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3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Simulador de
Rotaciones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3" y="2971800"/>
            <a:ext cx="23774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72783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Sistemas K1 y K2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Rondas de rotación interactivas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Feedback inmediato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43415" y="1188720"/>
            <a:ext cx="2651760" cy="4389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43415" y="132588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43415" y="210312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Ranking
Global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0576" y="2971800"/>
            <a:ext cx="237744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0576" y="315468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Leaderboard en tiempo real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Puntos acumulativos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DEEFF"/>
                </a:solidFill>
              </a:rPr>
              <a:t>›  Racha de días activos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VoleyApp —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Sistema de Puntuación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73152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804672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✅ Respuesta correcta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234440"/>
            <a:ext cx="2651760" cy="8046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+100 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30552"/>
            <a:ext cx="73152" cy="8046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130552"/>
            <a:ext cx="804672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⚡ Bono de velocidad  (&lt; 10 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130552"/>
            <a:ext cx="2651760" cy="8046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26771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+50 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26664"/>
            <a:ext cx="73152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026664"/>
            <a:ext cx="804672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163824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🔥 Bono de racha  (3 correctas)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3026664"/>
            <a:ext cx="2651760" cy="8046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163824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+50 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22776"/>
            <a:ext cx="73152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922776"/>
            <a:ext cx="804672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59936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💥 Bono de racha extendida (× 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3922776"/>
            <a:ext cx="2651760" cy="80467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4059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+100 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818888"/>
            <a:ext cx="73152" cy="8046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18888"/>
            <a:ext cx="8046720" cy="8046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56048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❌ Respuesta incorrecta / tiempo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69680" y="4818888"/>
            <a:ext cx="2651760" cy="804672"/>
          </a:xfrm>
          <a:prstGeom prst="rect">
            <a:avLst/>
          </a:prstGeom>
          <a:solidFill>
            <a:srgbClr val="777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95604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 pts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99AA"/>
                </a:solidFill>
              </a:rPr>
              <a:t>Los puntos se acumulan permanentemente y determinan la posición en el ranking global.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Arquitectura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347472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Angular 19 · Standalone Components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Angular Material 19 · Facade Pattern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Lazy-loading · RxJS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3657600" cy="34747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2024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NestJS 10 · TypeORM 0.3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JWT httpOnly Cookies · Passport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Helmet · Rate Limiting · bcryptjs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657600" cy="347472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37160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Base de Datos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920240"/>
            <a:ext cx="338328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PostgreSQL 16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Migraciones explícitas TypeORM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4 entidades principales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00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468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6B0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11430000" cy="12344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00"/>
                </a:solidFill>
              </a:rPr>
              <a:t>🐳  Infraestructura Docker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86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docker-compose (dev) · docker-compose.prod.yml (producción)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Contenedores: voley_db · voley_backend · voley_frontend  |  Usuario no-root appuser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VoleyApp —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Seguridad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1732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JWT httpOnly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Token almacenado exclusivamente en cookie httpOnly Secure.
Sin acceso desde JavaScript del navegador.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32588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🛡️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41732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Helmet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874519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Headers HTTP de seguridad: CSP, HSTS, X-Frame-Options, etc.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1752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66160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120 req/min global · 8 req/min en endpoints de autenticación.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01752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bcryptjs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566160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12 rondas de hashing para contraseñas de usuario.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70916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800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0060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CORS estricto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257800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Solo orígenes explícitamente configurados en CORS_ORIGINS.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709160"/>
            <a:ext cx="5303520" cy="150876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800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6B00"/>
                </a:solidFill>
              </a:rPr>
              <a:t>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800600"/>
            <a:ext cx="4251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CSRF Protection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5257800"/>
            <a:ext cx="4251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CC"/>
                </a:solidFill>
              </a:rPr>
              <a:t>Middleware de verificación de origen en todas las peticiones.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7788"/>
                </a:solidFill>
              </a:rPr>
              <a:t>Producción: validación de env.config.ts rechaza JWT_SECRET débil y CORS no seguros.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Panel de Entrenador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029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00"/>
                </a:solidFill>
              </a:rPr>
              <a:t>👨‍💼  Funciones exclusivas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Acceso restringido: solo usuarios con rol coach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Editor visual de zonas de formación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Selección de modo: Field Challenge o Rotation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Configuración por sistema: K1 / K2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Drag &amp; resize de rectángulos de zona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Estadísticas de rendimiento del equipo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CCDDEE"/>
                </a:solidFill>
              </a:rPr>
              <a:t>•  Guardado persistente en la base de datos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5852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258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Flujo de configuración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457200" cy="5486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116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0574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Seleccionar modo de juego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786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6BA8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834640"/>
            <a:ext cx="457200" cy="54864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88036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Elegir sistema K1 o K2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401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6BA8"/>
                </a:solidFill>
              </a:rPr>
              <a:t>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657600"/>
            <a:ext cx="457200" cy="5486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3703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Ajustar zonas en editor visual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245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6BA8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480560"/>
            <a:ext cx="457200" cy="5486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480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5262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Guardar configuración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474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6BA8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303520"/>
            <a:ext cx="457200" cy="5486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303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53492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55"/>
                </a:solidFill>
              </a:rPr>
              <a:t>¡Jugadores ya pueden practicar!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VoleyApp —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71600"/>
            <a:ext cx="2651760" cy="164592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508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Angular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1031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256032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63347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2651760" cy="164592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508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Ang. Material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031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v19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56032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263347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UI Library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2651760" cy="1645920"/>
          </a:xfrm>
          <a:prstGeom prst="rect">
            <a:avLst/>
          </a:prstGeom>
          <a:solidFill>
            <a:srgbClr val="307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1508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1031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v5.x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79" y="256032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63347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Lenguaje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71600"/>
            <a:ext cx="2651760" cy="1645920"/>
          </a:xfrm>
          <a:prstGeom prst="rect">
            <a:avLst/>
          </a:prstGeom>
          <a:solidFill>
            <a:srgbClr val="E02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50876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NestJS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256032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63347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Backend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91840"/>
            <a:ext cx="2651760" cy="1645920"/>
          </a:xfrm>
          <a:prstGeom prst="rect">
            <a:avLst/>
          </a:prstGeom>
          <a:solidFill>
            <a:srgbClr val="664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342900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TypeORM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79" y="4023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v0.3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79" y="448056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45537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ORM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3291840"/>
            <a:ext cx="2651760" cy="1645920"/>
          </a:xfrm>
          <a:prstGeom prst="rect">
            <a:avLst/>
          </a:prstGeom>
          <a:solidFill>
            <a:srgbClr val="33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42900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023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v16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0" y="448056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5537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Base de Datos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291840"/>
            <a:ext cx="2651760" cy="1645920"/>
          </a:xfrm>
          <a:prstGeom prst="rect">
            <a:avLst/>
          </a:prstGeom>
          <a:solidFill>
            <a:srgbClr val="0091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342900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4023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v24+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79" y="448056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79" y="45537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Infraestructura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3291840"/>
            <a:ext cx="2651760" cy="164592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3429000"/>
            <a:ext cx="24688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JWT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402336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vCookies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6880" y="4480560"/>
            <a:ext cx="2468879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4553712"/>
            <a:ext cx="24688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EEFF"/>
                </a:solidFill>
              </a:rPr>
              <a:t>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73152" cy="6748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2B55"/>
                </a:solidFill>
              </a:rPr>
              <a:t>Instalación Rápida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CC88"/>
                </a:solidFill>
              </a:rPr>
              <a:t># 1. Clonar el repositorio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C66"/>
                </a:solidFill>
              </a:rPr>
              <a:t>git clone &lt;repo-url&gt; voley-app &amp;&amp; cd voley-app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CC88"/>
                </a:solidFill>
              </a:rPr>
              <a:t># 2. Levantar todos los servicios con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0779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C66"/>
                </a:solidFill>
              </a:rPr>
              <a:t>docker-compose up -d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7588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CC88"/>
                </a:solidFill>
              </a:rPr>
              <a:t># 3. Cargar preguntas iniciales (solo primera vez)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05993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C66"/>
                </a:solidFill>
              </a:rPr>
              <a:t>docker exec voley_backend sh -c 'npm run seed'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CC88"/>
                </a:solidFill>
              </a:rPr>
              <a:t># 4. Abrir la aplicación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1207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CC66"/>
                </a:solidFill>
              </a:rPr>
              <a:t>open http://localhost:4200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510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</a:rPr>
              <a:t>VoleyApp —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657600" cy="50292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657600" cy="5943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Fase 1 — Completada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Base de datos + migraciones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Sistema de autenticación JWT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Quiz de preguntas (28 items)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Ranking global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Panel de entrenador básico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80160"/>
            <a:ext cx="3657600" cy="50292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657600" cy="594360"/>
          </a:xfrm>
          <a:prstGeom prst="rect">
            <a:avLst/>
          </a:prstGeom>
          <a:solidFill>
            <a:srgbClr val="1A6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Fase 2 — Completada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Editor de formaciones visual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Desafío de campo configurable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Simulador K1/K2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Zonas de posición en BD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Tests unitarios (45 tests)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3657600" cy="5029200"/>
          </a:xfrm>
          <a:prstGeom prst="rect">
            <a:avLst/>
          </a:prstGeom>
          <a:solidFill>
            <a:srgbClr val="0A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657600" cy="5943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258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🔜 Fase 3 — Próximamente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96596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App móvil nativa (Ionic)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Notificaciones push de racha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Modo multijugador en tiempo real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Video-tutoriales integrados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DDEE"/>
                </a:solidFill>
              </a:rPr>
              <a:t>•  Exportación de estadísticas 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52160" y="0"/>
            <a:ext cx="73152" cy="6858000"/>
          </a:xfrm>
          <a:prstGeom prst="rect">
            <a:avLst/>
          </a:prstGeom>
          <a:solidFill>
            <a:srgbClr val="1A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FFFFFF"/>
                </a:solidFill>
              </a:rPr>
              <a:t>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097280"/>
            <a:ext cx="5760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VoleyApp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46888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AACCFF"/>
                </a:solidFill>
              </a:rPr>
              <a:t>Aprende voleibol jugando.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33832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AACC"/>
                </a:solidFill>
              </a:rPr>
              <a:t>📦  Repositorio:  github.com/tu-org/voley-app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¡Gracias!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2B55"/>
                </a:solidFill>
              </a:rPr>
              <a:t>Versión 1.0  ·  Febrero 2026  ·  VoleyApp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